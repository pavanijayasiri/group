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8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0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0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3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0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9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7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2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6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5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51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5118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35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54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34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66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33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8AB1-8094-4F87-9A13-C980F2A271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2E388-2AEC-476B-B7C9-699D67CB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98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5EE8AB-896E-F848-E1BA-75CD94EE4A14}"/>
              </a:ext>
            </a:extLst>
          </p:cNvPr>
          <p:cNvSpPr txBox="1"/>
          <p:nvPr/>
        </p:nvSpPr>
        <p:spPr>
          <a:xfrm>
            <a:off x="2111828" y="17179"/>
            <a:ext cx="79683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 </a:t>
            </a: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Tennis Game</a:t>
            </a:r>
          </a:p>
          <a:p>
            <a:pPr algn="ctr"/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Pixel Warriors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CBE48-5F2F-AEDB-DCAA-8C30A2FD6B01}"/>
              </a:ext>
            </a:extLst>
          </p:cNvPr>
          <p:cNvSpPr txBox="1"/>
          <p:nvPr/>
        </p:nvSpPr>
        <p:spPr>
          <a:xfrm>
            <a:off x="322729" y="1150692"/>
            <a:ext cx="33617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C9C94-F88C-0E5B-19AA-6B719DD0649C}"/>
              </a:ext>
            </a:extLst>
          </p:cNvPr>
          <p:cNvSpPr txBox="1"/>
          <p:nvPr/>
        </p:nvSpPr>
        <p:spPr>
          <a:xfrm>
            <a:off x="470644" y="1760215"/>
            <a:ext cx="5791200" cy="117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L.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Wiksura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- 2024/ICTS/021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P. U.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Jayasiri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- 2024/ICTS/024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A. L. N. Bandara - 2024/ICTS/101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K. P. C. S.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Jayakodi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- 2024/ICTS/036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CA01A-C26F-364B-28FE-D33E59B284E6}"/>
              </a:ext>
            </a:extLst>
          </p:cNvPr>
          <p:cNvSpPr txBox="1"/>
          <p:nvPr/>
        </p:nvSpPr>
        <p:spPr>
          <a:xfrm>
            <a:off x="322729" y="2861259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it Do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140EC-275A-B3A3-0ACC-8FDC86FFB775}"/>
              </a:ext>
            </a:extLst>
          </p:cNvPr>
          <p:cNvSpPr txBox="1"/>
          <p:nvPr/>
        </p:nvSpPr>
        <p:spPr>
          <a:xfrm>
            <a:off x="493056" y="3466137"/>
            <a:ext cx="5334002" cy="1447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two-player mini table tennis game where players use keys to control paddles and hit the ball.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is to keep the ball in play and score points by successfully hitting 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game becomes faster over time, and it ends when one player misses the ball</a:t>
            </a:r>
            <a:r>
              <a:rPr lang="en-US" sz="1200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5B822D-FEE5-3F6C-817C-FFF2626E1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805" y="2084696"/>
            <a:ext cx="4395913" cy="25231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7363D0-A18E-B0C3-5CF5-9AA280BCBF57}"/>
              </a:ext>
            </a:extLst>
          </p:cNvPr>
          <p:cNvSpPr txBox="1"/>
          <p:nvPr/>
        </p:nvSpPr>
        <p:spPr>
          <a:xfrm>
            <a:off x="322729" y="4783906"/>
            <a:ext cx="3702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demonstrates.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D300DABF-C296-7907-5F40-1BEC72124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4" y="5137849"/>
            <a:ext cx="7968342" cy="1720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Positioning and speed (float/int).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statements for collision and boundary checks.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Modular code structure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moveball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 paddleball(), etc.).</a:t>
            </a:r>
          </a:p>
          <a:p>
            <a:pPr marL="6286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Coordinate System: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X and Y axis for movement in a 2D space.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6BBD78-958F-D571-38A8-09EBE7337133}"/>
              </a:ext>
            </a:extLst>
          </p:cNvPr>
          <p:cNvSpPr/>
          <p:nvPr/>
        </p:nvSpPr>
        <p:spPr>
          <a:xfrm>
            <a:off x="8328211" y="4312024"/>
            <a:ext cx="892747" cy="1532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paddles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B03CD8-01BD-365C-670F-C336B34FA0BB}"/>
              </a:ext>
            </a:extLst>
          </p:cNvPr>
          <p:cNvCxnSpPr/>
          <p:nvPr/>
        </p:nvCxnSpPr>
        <p:spPr>
          <a:xfrm flipH="1" flipV="1">
            <a:off x="7503459" y="3792071"/>
            <a:ext cx="824753" cy="6185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80879F-A162-D941-3306-1AE8A7BA46B7}"/>
              </a:ext>
            </a:extLst>
          </p:cNvPr>
          <p:cNvCxnSpPr/>
          <p:nvPr/>
        </p:nvCxnSpPr>
        <p:spPr>
          <a:xfrm flipV="1">
            <a:off x="9278471" y="3699296"/>
            <a:ext cx="1093694" cy="6813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8A97602-4EBD-3D0D-EC3F-7D905A3E57D8}"/>
              </a:ext>
            </a:extLst>
          </p:cNvPr>
          <p:cNvSpPr/>
          <p:nvPr/>
        </p:nvSpPr>
        <p:spPr>
          <a:xfrm>
            <a:off x="8231959" y="2418552"/>
            <a:ext cx="685802" cy="1532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2C245C-8575-F9ED-39C1-48CDEC3ADF7E}"/>
              </a:ext>
            </a:extLst>
          </p:cNvPr>
          <p:cNvCxnSpPr/>
          <p:nvPr/>
        </p:nvCxnSpPr>
        <p:spPr>
          <a:xfrm flipH="1">
            <a:off x="7915835" y="2596264"/>
            <a:ext cx="394447" cy="5299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50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69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238AF2-962A-DCE3-361C-F52985B43A5B}"/>
              </a:ext>
            </a:extLst>
          </p:cNvPr>
          <p:cNvSpPr txBox="1"/>
          <p:nvPr/>
        </p:nvSpPr>
        <p:spPr>
          <a:xfrm>
            <a:off x="1371600" y="690282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C517D-6426-DDB1-4748-AFBF5EC7B517}"/>
              </a:ext>
            </a:extLst>
          </p:cNvPr>
          <p:cNvSpPr txBox="1"/>
          <p:nvPr/>
        </p:nvSpPr>
        <p:spPr>
          <a:xfrm>
            <a:off x="4285130" y="228617"/>
            <a:ext cx="3227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Code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AC611-9768-E894-1649-88E968E88571}"/>
              </a:ext>
            </a:extLst>
          </p:cNvPr>
          <p:cNvSpPr txBox="1"/>
          <p:nvPr/>
        </p:nvSpPr>
        <p:spPr>
          <a:xfrm>
            <a:off x="582706" y="822357"/>
            <a:ext cx="4034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Section 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Code(Example):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533E60-B494-B2BE-B820-B65891288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70" y="1497233"/>
            <a:ext cx="68307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Collision Logic: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b="1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if (x &lt;= 20 +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paddlew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&amp;&amp; y &gt;= paddle2y &amp;&amp; y &lt;= paddle2y +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paddleh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F4906-F621-E151-F701-6C30A7229717}"/>
              </a:ext>
            </a:extLst>
          </p:cNvPr>
          <p:cNvSpPr txBox="1"/>
          <p:nvPr/>
        </p:nvSpPr>
        <p:spPr>
          <a:xfrm>
            <a:off x="582706" y="2104128"/>
            <a:ext cx="2931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 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DE891-F068-86F2-64C4-66F239BEAC2A}"/>
              </a:ext>
            </a:extLst>
          </p:cNvPr>
          <p:cNvSpPr txBox="1"/>
          <p:nvPr/>
        </p:nvSpPr>
        <p:spPr>
          <a:xfrm>
            <a:off x="744070" y="2812014"/>
            <a:ext cx="10425954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logic checks if the ball’s X-position has reached the paddle and if its Y – position is written the top and bottom edges of the paddle to trigger a bounce.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44F6D-3AEC-2343-1096-AE4247184FDB}"/>
              </a:ext>
            </a:extLst>
          </p:cNvPr>
          <p:cNvSpPr txBox="1"/>
          <p:nvPr/>
        </p:nvSpPr>
        <p:spPr>
          <a:xfrm>
            <a:off x="582706" y="3603575"/>
            <a:ext cx="2662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Interesting design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decisions.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410E7F59-75C7-2914-DF70-2143667BF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70" y="4225158"/>
            <a:ext cx="8983100" cy="705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random(2, 4) for ball speed so the game starts differently every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Handling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Using both character keys (“W”,”S”) and keycode (UP, DOWN) to allow two players on on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keyboard.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148194-C449-F6C0-ECFD-A4E34344C22D}"/>
              </a:ext>
            </a:extLst>
          </p:cNvPr>
          <p:cNvSpPr txBox="1"/>
          <p:nvPr/>
        </p:nvSpPr>
        <p:spPr>
          <a:xfrm>
            <a:off x="582706" y="5019347"/>
            <a:ext cx="394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Encountered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solved.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D9A67-C77F-902C-403C-6A9493C7B0D9}"/>
              </a:ext>
            </a:extLst>
          </p:cNvPr>
          <p:cNvSpPr txBox="1"/>
          <p:nvPr/>
        </p:nvSpPr>
        <p:spPr>
          <a:xfrm>
            <a:off x="744070" y="5653506"/>
            <a:ext cx="8651137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ball getting “stuck” inside the paddle.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Manually resetting the ball’s X position (x = 20 +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paddlew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immediately after a hit to ensure it stays outside the paddle area.</a:t>
            </a:r>
          </a:p>
        </p:txBody>
      </p:sp>
    </p:spTree>
    <p:extLst>
      <p:ext uri="{BB962C8B-B14F-4D97-AF65-F5344CB8AC3E}">
        <p14:creationId xmlns:p14="http://schemas.microsoft.com/office/powerpoint/2010/main" val="158971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1417E9-F337-C555-45E7-5D8F6CBB6574}"/>
              </a:ext>
            </a:extLst>
          </p:cNvPr>
          <p:cNvSpPr txBox="1"/>
          <p:nvPr/>
        </p:nvSpPr>
        <p:spPr>
          <a:xfrm>
            <a:off x="3469340" y="152271"/>
            <a:ext cx="5674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 &amp; Reflection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3EA92-0CC9-63C1-6F90-5C36FA87F880}"/>
              </a:ext>
            </a:extLst>
          </p:cNvPr>
          <p:cNvSpPr txBox="1"/>
          <p:nvPr/>
        </p:nvSpPr>
        <p:spPr>
          <a:xfrm>
            <a:off x="591671" y="740215"/>
            <a:ext cx="3980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DC346-06D6-FBF8-A474-E3362F313233}"/>
              </a:ext>
            </a:extLst>
          </p:cNvPr>
          <p:cNvSpPr txBox="1"/>
          <p:nvPr/>
        </p:nvSpPr>
        <p:spPr>
          <a:xfrm>
            <a:off x="735105" y="1037666"/>
            <a:ext cx="5674658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Processing.org(Reference Documentation).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Coding Train (YouTube Tutorials).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Tools (Debugging and logic optimization).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00C41-FE02-277B-FB9E-054099F4787A}"/>
              </a:ext>
            </a:extLst>
          </p:cNvPr>
          <p:cNvSpPr txBox="1"/>
          <p:nvPr/>
        </p:nvSpPr>
        <p:spPr>
          <a:xfrm>
            <a:off x="591671" y="2097044"/>
            <a:ext cx="3469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each 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learned: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D1178-9FD1-30CE-C6C9-574BCF03D21E}"/>
              </a:ext>
            </a:extLst>
          </p:cNvPr>
          <p:cNvSpPr txBox="1"/>
          <p:nvPr/>
        </p:nvSpPr>
        <p:spPr>
          <a:xfrm>
            <a:off x="735105" y="2770153"/>
            <a:ext cx="8776448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how real-time loops (draw()) work in programming.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user input efficiently to create a smooth gaming experience</a:t>
            </a:r>
            <a:r>
              <a:rPr lang="en-US" sz="14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A2B45-48AB-518C-D812-6CC462A00625}"/>
              </a:ext>
            </a:extLst>
          </p:cNvPr>
          <p:cNvSpPr txBox="1"/>
          <p:nvPr/>
        </p:nvSpPr>
        <p:spPr>
          <a:xfrm>
            <a:off x="591671" y="3484324"/>
            <a:ext cx="3397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you would </a:t>
            </a:r>
          </a:p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with more time: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6C1DC9-F21D-2484-99AB-E9B31B9B96FC}"/>
              </a:ext>
            </a:extLst>
          </p:cNvPr>
          <p:cNvSpPr txBox="1"/>
          <p:nvPr/>
        </p:nvSpPr>
        <p:spPr>
          <a:xfrm>
            <a:off x="735105" y="4192210"/>
            <a:ext cx="9834283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Sound Effects: Adding “beep” sounds for paddle hits and “game over” sounds.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Opponent: Creating an automated paddle for single-player mode.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Visuals: Adding a “Start Menu” and different difficulty levels.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7F85E-06D5-4BA7-19EB-7A74BFA8508D}"/>
              </a:ext>
            </a:extLst>
          </p:cNvPr>
          <p:cNvSpPr txBox="1"/>
          <p:nvPr/>
        </p:nvSpPr>
        <p:spPr>
          <a:xfrm>
            <a:off x="591671" y="5409899"/>
            <a:ext cx="2519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Sentence from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member: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5FD770-B82E-6F24-6CE3-27FCB908CED9}"/>
              </a:ext>
            </a:extLst>
          </p:cNvPr>
          <p:cNvSpPr txBox="1"/>
          <p:nvPr/>
        </p:nvSpPr>
        <p:spPr>
          <a:xfrm>
            <a:off x="735105" y="6011676"/>
            <a:ext cx="10497671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“Building this game helped me see how math and physics are used in coding.”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“Solving the collision logic was the most rewarding part of the project.”</a:t>
            </a:r>
          </a:p>
        </p:txBody>
      </p:sp>
    </p:spTree>
    <p:extLst>
      <p:ext uri="{BB962C8B-B14F-4D97-AF65-F5344CB8AC3E}">
        <p14:creationId xmlns:p14="http://schemas.microsoft.com/office/powerpoint/2010/main" val="426824485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373</TotalTime>
  <Words>483</Words>
  <Application>Microsoft Office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Unicode MS</vt:lpstr>
      <vt:lpstr>Bookman Old Style</vt:lpstr>
      <vt:lpstr>Calibri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Umesha</dc:creator>
  <cp:lastModifiedBy>Umesha</cp:lastModifiedBy>
  <cp:revision>5</cp:revision>
  <dcterms:created xsi:type="dcterms:W3CDTF">2026-04-28T13:07:51Z</dcterms:created>
  <dcterms:modified xsi:type="dcterms:W3CDTF">2026-04-29T05:20:03Z</dcterms:modified>
</cp:coreProperties>
</file>